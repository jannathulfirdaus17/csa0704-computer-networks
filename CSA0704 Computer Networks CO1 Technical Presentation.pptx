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5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971800" y="19489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CSA0704 COMPUTER NETWORKS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75857" y="2573336"/>
            <a:ext cx="679604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Artificial Intelligence for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Times New Roman" panose="02020603050405020304" pitchFamily="18" charset="0"/>
              </a:rPr>
              <a:t>Network Traffic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347165" y="5350640"/>
            <a:ext cx="3056709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JANNATHUL FIRDAUS N (192573025)</a:t>
            </a:r>
          </a:p>
        </p:txBody>
      </p:sp>
      <p:sp>
        <p:nvSpPr>
          <p:cNvPr id="9" name="Text 6"/>
          <p:cNvSpPr/>
          <p:nvPr/>
        </p:nvSpPr>
        <p:spPr>
          <a:xfrm>
            <a:off x="960120" y="51937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5532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17820" y="5257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5532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183880" y="51937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83880" y="5532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A629A999-AC99-C2C6-A95F-30F85CE96CA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11826" y="364733"/>
            <a:ext cx="9143999" cy="869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00676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Traditional Traffic Management Falls Short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Networks today carry highly variable, bursty traffic across video, IoT, and cloud workloads.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3 routing tables and Layer 4 congestion controls in the OSI model were designed for predictable, human-scale traffic — not the volume or volatility seen now.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BF3F1"/>
          </a:solidFill>
          <a:ln w="12700">
            <a:solidFill>
              <a:srgbClr val="EBD3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370832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9" name="Image 0" descr="/home/claude/deck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524451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Core problem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00200" y="4800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Static thresholds and manual QoS rules cannot react in real time to sudden congestion, DDoS bursts, or shifting application mixes — leading to latency spikes, packet loss, and poor QoS.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19659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2121408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deck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2329891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869680" y="20391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growth in global IP traffic over 5 years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35040" y="33375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3493008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deck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123" y="3701491"/>
            <a:ext cx="451714" cy="45171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0" y="3429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&lt;50ms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869680" y="34107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latency budget for real-time apps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035040" y="4709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63640" y="4864608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deck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5073091"/>
            <a:ext cx="451714" cy="45171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800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24/7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869680" y="47823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 for adaptive, non-stop decisions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Google Shape;65;p14">
            <a:extLst>
              <a:ext uri="{FF2B5EF4-FFF2-40B4-BE49-F238E27FC236}">
                <a16:creationId xmlns:a16="http://schemas.microsoft.com/office/drawing/2014/main" id="{E7E918E3-B05B-AFD6-9BDD-77F8A0BA5D8E}"/>
              </a:ext>
            </a:extLst>
          </p:cNvPr>
          <p:cNvPicPr preferRelativeResize="0"/>
          <p:nvPr/>
        </p:nvPicPr>
        <p:blipFill rotWithShape="1">
          <a:blip r:embed="rId7"/>
          <a:srcRect r="90565" b="-4456"/>
          <a:stretch>
            <a:fillRect/>
          </a:stretch>
        </p:blipFill>
        <p:spPr>
          <a:xfrm>
            <a:off x="226692" y="116633"/>
            <a:ext cx="1176956" cy="91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object 14">
            <a:extLst>
              <a:ext uri="{FF2B5EF4-FFF2-40B4-BE49-F238E27FC236}">
                <a16:creationId xmlns:a16="http://schemas.microsoft.com/office/drawing/2014/main" id="{570DEF7A-56F8-00C3-F8A4-B054B35E478C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26090" y="127058"/>
            <a:ext cx="1333500" cy="911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23827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Problem Is Solved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228600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/home/claude/deck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85" y="3238805"/>
            <a:ext cx="380390" cy="3803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8368" y="429768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from switches via NetFlow/sFlow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78608" y="359816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2816352" y="20574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9584" y="228600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35295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456432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deck/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997" y="3238805"/>
            <a:ext cx="380390" cy="3803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07792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2926080" y="429768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flow rate, jitter, size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46320" y="359816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5084064" y="20574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97296" y="228600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0"/>
          <p:cNvSpPr/>
          <p:nvPr/>
        </p:nvSpPr>
        <p:spPr>
          <a:xfrm>
            <a:off x="5797296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724144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2" descr="/home/claude/deck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709" y="3238805"/>
            <a:ext cx="380390" cy="38039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75504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5193792" y="429768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forecasts congestion &amp; anomalies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114032" y="359816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0" name="Shape 25"/>
          <p:cNvSpPr/>
          <p:nvPr/>
        </p:nvSpPr>
        <p:spPr>
          <a:xfrm>
            <a:off x="7351776" y="20574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65008" y="228600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27"/>
          <p:cNvSpPr/>
          <p:nvPr/>
        </p:nvSpPr>
        <p:spPr>
          <a:xfrm>
            <a:off x="8065008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7991856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3" descr="/home/claude/deck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3238805"/>
            <a:ext cx="380390" cy="38039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43216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550" dirty="0"/>
          </a:p>
        </p:txBody>
      </p:sp>
      <p:sp>
        <p:nvSpPr>
          <p:cNvPr id="36" name="Text 30"/>
          <p:cNvSpPr/>
          <p:nvPr/>
        </p:nvSpPr>
        <p:spPr>
          <a:xfrm>
            <a:off x="7461504" y="429768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ranks routing/QoS options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381744" y="3598164"/>
            <a:ext cx="219456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8" name="Shape 32"/>
          <p:cNvSpPr/>
          <p:nvPr/>
        </p:nvSpPr>
        <p:spPr>
          <a:xfrm>
            <a:off x="9619488" y="20574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0332720" y="228600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4"/>
          <p:cNvSpPr/>
          <p:nvPr/>
        </p:nvSpPr>
        <p:spPr>
          <a:xfrm>
            <a:off x="10332720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10259568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4" descr="/home/claude/deck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5133" y="3238805"/>
            <a:ext cx="380390" cy="38039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710928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50" dirty="0"/>
          </a:p>
        </p:txBody>
      </p:sp>
      <p:sp>
        <p:nvSpPr>
          <p:cNvPr id="44" name="Text 37"/>
          <p:cNvSpPr/>
          <p:nvPr/>
        </p:nvSpPr>
        <p:spPr>
          <a:xfrm>
            <a:off x="9729216" y="4297680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controller pushes updated flow rules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54864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7" name="Google Shape;65;p14">
            <a:extLst>
              <a:ext uri="{FF2B5EF4-FFF2-40B4-BE49-F238E27FC236}">
                <a16:creationId xmlns:a16="http://schemas.microsoft.com/office/drawing/2014/main" id="{856C3CD4-B8A9-F5FC-B4C3-C3F801A75471}"/>
              </a:ext>
            </a:extLst>
          </p:cNvPr>
          <p:cNvPicPr preferRelativeResize="0"/>
          <p:nvPr/>
        </p:nvPicPr>
        <p:blipFill rotWithShape="1">
          <a:blip r:embed="rId8"/>
          <a:srcRect r="90565" b="-4456"/>
          <a:stretch>
            <a:fillRect/>
          </a:stretch>
        </p:blipFill>
        <p:spPr>
          <a:xfrm>
            <a:off x="226692" y="116633"/>
            <a:ext cx="1176956" cy="91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object 14">
            <a:extLst>
              <a:ext uri="{FF2B5EF4-FFF2-40B4-BE49-F238E27FC236}">
                <a16:creationId xmlns:a16="http://schemas.microsoft.com/office/drawing/2014/main" id="{A6A878DE-5661-D07D-2D9B-078211E6D5B4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26090" y="127058"/>
            <a:ext cx="1333500" cy="911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29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0" descr="/home/claude/deck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24576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to congestion &amp; anomalies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routing reduces packet loss and latency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QoS prioritization for critical traffic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across large, dynamic SDN networks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2103120"/>
            <a:ext cx="594360" cy="59436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3" name="Image 1" descr="/home/claude/deck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22457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355080" y="283464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large, high-quality labeled traffic datasets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as traffic patterns evolve over time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 of automated routing decisions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overhead with legacy OSI-based gear</a:t>
            </a:r>
            <a:endParaRPr lang="en-US" sz="1300" dirty="0"/>
          </a:p>
        </p:txBody>
      </p:sp>
      <p:pic>
        <p:nvPicPr>
          <p:cNvPr id="17" name="Google Shape;65;p14">
            <a:extLst>
              <a:ext uri="{FF2B5EF4-FFF2-40B4-BE49-F238E27FC236}">
                <a16:creationId xmlns:a16="http://schemas.microsoft.com/office/drawing/2014/main" id="{43EB1070-E1CD-CD80-B45E-53CB536E336D}"/>
              </a:ext>
            </a:extLst>
          </p:cNvPr>
          <p:cNvPicPr preferRelativeResize="0"/>
          <p:nvPr/>
        </p:nvPicPr>
        <p:blipFill rotWithShape="1">
          <a:blip r:embed="rId5"/>
          <a:srcRect r="90565" b="-4456"/>
          <a:stretch>
            <a:fillRect/>
          </a:stretch>
        </p:blipFill>
        <p:spPr>
          <a:xfrm>
            <a:off x="226692" y="116633"/>
            <a:ext cx="1176956" cy="91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object 14">
            <a:extLst>
              <a:ext uri="{FF2B5EF4-FFF2-40B4-BE49-F238E27FC236}">
                <a16:creationId xmlns:a16="http://schemas.microsoft.com/office/drawing/2014/main" id="{C38A854F-C189-CE21-E05D-EE776C63DCF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26090" y="127058"/>
            <a:ext cx="1333500" cy="911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929" y="124619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39696"/>
            <a:ext cx="804672" cy="8046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deck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332817"/>
            <a:ext cx="418429" cy="418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574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Solves a real gap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0" y="2057400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directly addresses the limits of static Layer 3/4 control under volatile, high-volume traffic.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465576"/>
            <a:ext cx="804672" cy="8046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deck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3658697"/>
            <a:ext cx="418429" cy="418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3832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Converges with SDN/NFV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0" y="3383280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AI-driven decisions pair naturally with programmable, virtualized network infrastructure.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791456"/>
            <a:ext cx="804672" cy="8046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deck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984577"/>
            <a:ext cx="418429" cy="418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7091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Trade-offs remain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572000" y="4709160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0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needs, model drift, and explainability must be managed for safe, reliable deployment.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4864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Google Shape;65;p14">
            <a:extLst>
              <a:ext uri="{FF2B5EF4-FFF2-40B4-BE49-F238E27FC236}">
                <a16:creationId xmlns:a16="http://schemas.microsoft.com/office/drawing/2014/main" id="{994377A6-9FA3-EDB8-32C5-E6E01DDE6654}"/>
              </a:ext>
            </a:extLst>
          </p:cNvPr>
          <p:cNvPicPr preferRelativeResize="0"/>
          <p:nvPr/>
        </p:nvPicPr>
        <p:blipFill rotWithShape="1">
          <a:blip r:embed="rId6"/>
          <a:srcRect r="90565" b="-4456"/>
          <a:stretch>
            <a:fillRect/>
          </a:stretch>
        </p:blipFill>
        <p:spPr>
          <a:xfrm>
            <a:off x="226692" y="116633"/>
            <a:ext cx="1176956" cy="91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object 14">
            <a:extLst>
              <a:ext uri="{FF2B5EF4-FFF2-40B4-BE49-F238E27FC236}">
                <a16:creationId xmlns:a16="http://schemas.microsoft.com/office/drawing/2014/main" id="{880C2C31-D073-1F30-75B8-B644EFAEE5B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26090" y="127058"/>
            <a:ext cx="1333500" cy="911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297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Jannathul firdaus</cp:lastModifiedBy>
  <cp:revision>2</cp:revision>
  <dcterms:created xsi:type="dcterms:W3CDTF">2026-07-16T13:27:12Z</dcterms:created>
  <dcterms:modified xsi:type="dcterms:W3CDTF">2026-07-16T13:39:35Z</dcterms:modified>
</cp:coreProperties>
</file>